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12801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63093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86676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868680"/>
            <a:ext cx="868680" cy="4480560"/>
          </a:xfrm>
          <a:prstGeom prst="roundRect">
            <a:avLst/>
          </a:prstGeom>
          <a:solidFill>
            <a:srgbClr val="13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051560"/>
            <a:ext cx="868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</a:defRPr>
            </a:pPr>
            <a:r>
              <a:t>5 min lightning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417320"/>
            <a:ext cx="60350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0F172A"/>
                </a:solidFill>
              </a:defRPr>
            </a:pPr>
            <a:r>
              <a:t>Codexを相棒に</a:t>
            </a:r>
            <a:br/>
            <a:r>
              <a:t>在庫管理アプリを作ってみた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794760"/>
            <a:ext cx="7132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86676"/>
                </a:solidFill>
              </a:defRPr>
            </a:pPr>
            <a:r>
              <a:t>課内LT | AIコーディングエージェントで開発はどう変わるか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234440"/>
            <a:ext cx="315468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5544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45309"/>
                </a:solidFill>
              </a:defRPr>
            </a:pPr>
            <a:r>
              <a:t>今回の着地点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659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Codex で何が進んだか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どこで人間の判断が必要か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実務で使うなら何が大事か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12801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63093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86676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今回のテーマ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586676"/>
                </a:solidFill>
              </a:defRPr>
            </a:pPr>
            <a:r>
              <a:t>単にアプリを作った話ではなく、Codex にどこまで開発を任せられるかを試した話です。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2743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4028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t>題材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69748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家庭向け在庫管理アプリ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011680"/>
            <a:ext cx="2743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7" y="224028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t>対象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8807" y="269748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実装だけでなく、設計・テスト・資料作成まで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78040" y="2011680"/>
            <a:ext cx="2743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9208" y="224028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</a:defRPr>
            </a:pPr>
            <a:r>
              <a:t>観点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9208" y="269748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</a:defRPr>
            </a:pPr>
            <a:r>
              <a:t>何を任せ、何を人が判断したか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72000"/>
            <a:ext cx="9692640" cy="822960"/>
          </a:xfrm>
          <a:prstGeom prst="roundRect">
            <a:avLst/>
          </a:prstGeom>
          <a:solidFill>
            <a:srgbClr val="FFF7ED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73168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B45309"/>
                </a:solidFill>
              </a:defRPr>
            </a:pPr>
            <a:r>
              <a:t>ポイント: 今回は「コード生成の速さ」だけではなく、開発のどこまで任せられるかを見た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12801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63093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86676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指示の出し方で結果が変わった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0332720" cy="914400"/>
          </a:xfrm>
          <a:prstGeom prst="roundRect">
            <a:avLst/>
          </a:prstGeom>
          <a:solidFill>
            <a:srgbClr val="13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73351"/>
            <a:ext cx="1280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</a:defRPr>
            </a:pPr>
            <a:r>
              <a:t>最初の依頼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92807"/>
            <a:ext cx="9418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Reactの環境構築をして、家庭向けの在庫管理アプリを作成して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10332720" cy="914400"/>
          </a:xfrm>
          <a:prstGeom prst="roundRect">
            <a:avLst/>
          </a:prstGeom>
          <a:solidFill>
            <a:srgbClr val="13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62072"/>
            <a:ext cx="1280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</a:defRPr>
            </a:pPr>
            <a:r>
              <a:t>構造改善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81528"/>
            <a:ext cx="9418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Appコンポーネントに処理を書かず、別ファイルへ分割して。関数はアロー関数で統一。Styled Componentsにして。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86200"/>
            <a:ext cx="10332720" cy="914400"/>
          </a:xfrm>
          <a:prstGeom prst="roundRect">
            <a:avLst/>
          </a:prstGeom>
          <a:solidFill>
            <a:srgbClr val="13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050791"/>
            <a:ext cx="12801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</a:defRPr>
            </a:pPr>
            <a:r>
              <a:t>品質改善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270248"/>
            <a:ext cx="9418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状態管理を最適化。useEffectを多用せず、副作用に気をつけて実装して。テストを書いて、カバレッジ90%超えを目標にして。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230368"/>
            <a:ext cx="10332720" cy="658368"/>
          </a:xfrm>
          <a:prstGeom prst="roundRect">
            <a:avLst/>
          </a:prstGeom>
          <a:solidFill>
            <a:srgbClr val="FFF7ED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440680"/>
            <a:ext cx="9784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B45309"/>
                </a:solidFill>
              </a:defRPr>
            </a:pPr>
            <a:r>
              <a:t>抽象的な依頼より、制約と品質基準をセットで渡した方が良かった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12801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63093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86676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実際にできたこと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4983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554480"/>
            <a:ext cx="4983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</a:defRPr>
            </a:pPr>
            <a:r>
              <a:t>Codexに任せられたこと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</a:defRPr>
            </a:pPr>
            <a:r>
              <a:t>コーディング以外で作れたもの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429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React + Vite の立ち上げ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Laravel + MySQL 構成への切り替え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コンポーネント分割と責務整理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reducer ベースの状態管理へ改善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React テスト追加とカバレッジ改善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429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要件定義書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外部設計書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内部設計書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ER図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LT 用の発表資料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230368"/>
            <a:ext cx="10561320" cy="658368"/>
          </a:xfrm>
          <a:prstGeom prst="roundRect">
            <a:avLst/>
          </a:prstGeom>
          <a:solidFill>
            <a:srgbClr val="FFF7ED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440680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B45309"/>
                </a:solidFill>
              </a:defRPr>
            </a:pPr>
            <a:r>
              <a:t>実装だけでなく、説明責任のある成果物まで広げられた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12801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63093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86676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人間とCodexの役割分担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4983480" cy="3931920"/>
          </a:xfrm>
          <a:prstGeom prst="roundRect">
            <a:avLst/>
          </a:prstGeom>
          <a:solidFill>
            <a:srgbClr val="FFFAF5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645920"/>
            <a:ext cx="49834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01952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</a:defRPr>
            </a:pPr>
            <a:r>
              <a:t>Codex が強かったところ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901952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人間が持つべき判断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67712"/>
            <a:ext cx="4297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叩き台の作成が速い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リファクタ指示への追従が速い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テスト追加や文書化まで横展開しやすい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コミット粒度まで指示に合わせやすい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67712"/>
            <a:ext cx="4297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何を作るかの方向付け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技術構成を変える判断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一般ユーザー向けの文言調整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最終的な品質基準と受け入れ判断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12801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63093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86676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品質面でも一定のところまで持っていけた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3736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3852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676"/>
                </a:solidFill>
              </a:defRPr>
            </a:pPr>
            <a:r>
              <a:t>Statements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677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B45309"/>
                </a:solidFill>
              </a:defRPr>
            </a:pPr>
            <a:r>
              <a:t>94.33%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73736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93852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676"/>
                </a:solidFill>
              </a:defRPr>
            </a:pPr>
            <a:r>
              <a:t>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2677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B45309"/>
                </a:solidFill>
              </a:defRPr>
            </a:pPr>
            <a:r>
              <a:t>95.89%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73736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3852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676"/>
                </a:solidFill>
              </a:defRPr>
            </a:pPr>
            <a:r>
              <a:t>状態管理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677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B45309"/>
                </a:solidFill>
              </a:defRPr>
            </a:pPr>
            <a:r>
              <a:t>reducer化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737360"/>
            <a:ext cx="2148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59" y="193852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586676"/>
                </a:solidFill>
              </a:defRPr>
            </a:pPr>
            <a:r>
              <a:t>構成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22677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B45309"/>
                </a:solidFill>
              </a:defRPr>
            </a:pPr>
            <a:r>
              <a:t>責務分離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520440"/>
            <a:ext cx="103784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840480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52E"/>
                </a:solidFill>
              </a:defRPr>
            </a:pPr>
            <a:r>
              <a:t>単なる試作品で終わらず、コードの整理まで進められた</a:t>
            </a:r>
          </a:p>
          <a:p>
            <a:pPr>
              <a:spcAft>
                <a:spcPts val="800"/>
              </a:spcAft>
              <a:defRPr sz="1900">
                <a:solidFill>
                  <a:srgbClr val="1C252E"/>
                </a:solidFill>
              </a:defRPr>
            </a:pPr>
            <a:r>
              <a:t>テスト追加まで含めて改善サイクルを回せた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12801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63093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86676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使ってみて見えた価値と限界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4983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554480"/>
            <a:ext cx="49834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</a:defRPr>
            </a:pPr>
            <a:r>
              <a:t>価値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</a:defRPr>
            </a:pPr>
            <a:r>
              <a:t>限界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429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初速が圧倒的に速い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実装から設計書まで一気通貫で進めやすい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具体的な修正指示に強い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人がレビュー役に回りやすい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4297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環境構築や認証は人間の確認が必要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曖昧な依頼だと平均的な結果になりやすい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ユーザー向け表現は放置すると技術寄りになりやすい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最終責任は人間が持つ必要がある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230368"/>
            <a:ext cx="10561320" cy="658368"/>
          </a:xfrm>
          <a:prstGeom prst="roundRect">
            <a:avLst/>
          </a:prstGeom>
          <a:solidFill>
            <a:srgbClr val="FFF7ED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440680"/>
            <a:ext cx="9875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B45309"/>
                </a:solidFill>
              </a:defRPr>
            </a:pPr>
            <a:r>
              <a:t>AIが全部やるのではなく、人が基準を与えるほど活きる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2011680" cy="128016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98480" y="63093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586676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10287000" cy="2286000"/>
          </a:xfrm>
          <a:prstGeom prst="roundRect">
            <a:avLst/>
          </a:prstGeom>
          <a:solidFill>
            <a:srgbClr val="13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94183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F8FAFC"/>
                </a:solidFill>
              </a:defRPr>
            </a:pPr>
            <a:r>
              <a:t>Codex は、実装だけでなく</a:t>
            </a:r>
            <a:br/>
            <a:r>
              <a:t>設計や資料作成まで加速する</a:t>
            </a:r>
            <a:br/>
            <a:r>
              <a:t>かなり実用的な相棒だった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4389120"/>
            <a:ext cx="9098280" cy="1051560"/>
          </a:xfrm>
          <a:prstGeom prst="roundRect">
            <a:avLst/>
          </a:prstGeom>
          <a:solidFill>
            <a:srgbClr val="FFF7ED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4645152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ただし全部自動ではない</a:t>
            </a:r>
          </a:p>
          <a:p>
            <a:pPr>
              <a:spcAft>
                <a:spcPts val="800"/>
              </a:spcAft>
              <a:defRPr sz="1800">
                <a:solidFill>
                  <a:srgbClr val="1C252E"/>
                </a:solidFill>
              </a:defRPr>
            </a:pPr>
            <a:r>
              <a:t>方針・品質基準・最終判断は人間が持つべき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